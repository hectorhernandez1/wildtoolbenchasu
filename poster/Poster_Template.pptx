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77" r:id="rId4"/>
    <p:sldMasterId id="214748367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c34a9b66d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c34a9b66d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c34a9b66d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c34a9b66d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e2c09ea0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e2c09ea0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e2c09ea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e2c09ea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e2c09ea0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e2c09ea0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e2c09ea0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e2c09ea0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e2c09ea0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e2c09ea0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Intro Option 2">
  <p:cSld name="Cover Intro Option 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1700" y="1283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60625" y="1005325"/>
            <a:ext cx="75087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7375" y="3799423"/>
            <a:ext cx="3464700" cy="96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and intro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ctrTitle"/>
          </p:nvPr>
        </p:nvSpPr>
        <p:spPr>
          <a:xfrm>
            <a:off x="311708" y="2116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52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52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52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52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52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52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52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11700" y="4205725"/>
            <a:ext cx="8151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ASU_Horiz_RGB_Digital_MaroonGold.png" id="62" name="Google Shape;6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5068" y="187047"/>
            <a:ext cx="3845100" cy="10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ld chapter break or bold statement gold">
  <p:cSld name="Gold chapter break or bold statement gold">
    <p:bg>
      <p:bgPr>
        <a:solidFill>
          <a:schemeClr val="accen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826025"/>
            <a:ext cx="624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6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62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62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62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62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62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62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62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break agenda">
  <p:cSld name="Chapter break agenda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464100" y="2045225"/>
            <a:ext cx="278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1" i="0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1" sz="4800">
                <a:solidFill>
                  <a:srgbClr val="FFFFFF"/>
                </a:solidFill>
              </a:defRPr>
            </a:lvl2pPr>
            <a:lvl3pPr indent="0"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1" sz="4800">
                <a:solidFill>
                  <a:srgbClr val="FFFFFF"/>
                </a:solidFill>
              </a:defRPr>
            </a:lvl3pPr>
            <a:lvl4pPr indent="0"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1" sz="4800">
                <a:solidFill>
                  <a:srgbClr val="FFFFFF"/>
                </a:solidFill>
              </a:defRPr>
            </a:lvl4pPr>
            <a:lvl5pPr indent="0"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1" sz="4800">
                <a:solidFill>
                  <a:srgbClr val="FFFFFF"/>
                </a:solidFill>
              </a:defRPr>
            </a:lvl5pPr>
            <a:lvl6pPr indent="0"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1" sz="4800">
                <a:solidFill>
                  <a:srgbClr val="FFFFFF"/>
                </a:solidFill>
              </a:defRPr>
            </a:lvl6pPr>
            <a:lvl7pPr indent="0"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1" sz="4800">
                <a:solidFill>
                  <a:srgbClr val="FFFFFF"/>
                </a:solidFill>
              </a:defRPr>
            </a:lvl7pPr>
            <a:lvl8pPr indent="0"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1" sz="4800">
                <a:solidFill>
                  <a:srgbClr val="FFFFFF"/>
                </a:solidFill>
              </a:defRPr>
            </a:lvl8pPr>
            <a:lvl9pPr indent="0"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1"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9" name="Google Shape;69;p17"/>
          <p:cNvSpPr txBox="1"/>
          <p:nvPr/>
        </p:nvSpPr>
        <p:spPr>
          <a:xfrm>
            <a:off x="3664989" y="371598"/>
            <a:ext cx="1057200" cy="3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</a:pPr>
            <a:r>
              <a:rPr b="0" i="0" lang="en" sz="22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</p:txBody>
      </p:sp>
      <p:sp>
        <p:nvSpPr>
          <p:cNvPr id="70" name="Google Shape;70;p17"/>
          <p:cNvSpPr txBox="1"/>
          <p:nvPr>
            <p:ph idx="1" type="subTitle"/>
          </p:nvPr>
        </p:nvSpPr>
        <p:spPr>
          <a:xfrm>
            <a:off x="4925925" y="1039900"/>
            <a:ext cx="3589500" cy="27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break bar">
  <p:cSld name="Chapter break ba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/>
          <p:nvPr/>
        </p:nvSpPr>
        <p:spPr>
          <a:xfrm>
            <a:off x="0" y="1314450"/>
            <a:ext cx="9144000" cy="154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i="0" sz="3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8"/>
          <p:cNvSpPr txBox="1"/>
          <p:nvPr>
            <p:ph type="title"/>
          </p:nvPr>
        </p:nvSpPr>
        <p:spPr>
          <a:xfrm>
            <a:off x="381837" y="1600200"/>
            <a:ext cx="81129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400">
                <a:solidFill>
                  <a:schemeClr val="dk1"/>
                </a:solidFill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400">
                <a:solidFill>
                  <a:schemeClr val="dk1"/>
                </a:solidFill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400">
                <a:solidFill>
                  <a:schemeClr val="dk1"/>
                </a:solidFill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400">
                <a:solidFill>
                  <a:schemeClr val="dk1"/>
                </a:solidFill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400">
                <a:solidFill>
                  <a:schemeClr val="dk1"/>
                </a:solidFill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400">
                <a:solidFill>
                  <a:schemeClr val="dk1"/>
                </a:solidFill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400">
                <a:solidFill>
                  <a:schemeClr val="dk1"/>
                </a:solidFill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break maroon bar">
  <p:cSld name="Chapter break maroon ba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/>
          <p:nvPr/>
        </p:nvSpPr>
        <p:spPr>
          <a:xfrm>
            <a:off x="0" y="1314450"/>
            <a:ext cx="9144000" cy="154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i="0" sz="3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9"/>
          <p:cNvSpPr txBox="1"/>
          <p:nvPr>
            <p:ph type="title"/>
          </p:nvPr>
        </p:nvSpPr>
        <p:spPr>
          <a:xfrm>
            <a:off x="381837" y="1600200"/>
            <a:ext cx="81129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400">
                <a:solidFill>
                  <a:schemeClr val="dk1"/>
                </a:solidFill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400">
                <a:solidFill>
                  <a:schemeClr val="dk1"/>
                </a:solidFill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400">
                <a:solidFill>
                  <a:schemeClr val="dk1"/>
                </a:solidFill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400">
                <a:solidFill>
                  <a:schemeClr val="dk1"/>
                </a:solidFill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400">
                <a:solidFill>
                  <a:schemeClr val="dk1"/>
                </a:solidFill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400">
                <a:solidFill>
                  <a:schemeClr val="dk1"/>
                </a:solidFill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400">
                <a:solidFill>
                  <a:schemeClr val="dk1"/>
                </a:solidFill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with 3 column 1">
  <p:cSld name="Headline with 3 column 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  <a:highlight>
                  <a:schemeClr val="accent1"/>
                </a:highlight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  <a:highlight>
                  <a:schemeClr val="accent1"/>
                </a:highlight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  <a:highlight>
                  <a:schemeClr val="accent1"/>
                </a:highlight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  <a:highlight>
                  <a:schemeClr val="accent1"/>
                </a:highlight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  <a:highlight>
                  <a:schemeClr val="accent1"/>
                </a:highlight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  <a:highlight>
                  <a:schemeClr val="accent1"/>
                </a:highlight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  <a:highlight>
                  <a:schemeClr val="accent1"/>
                </a:highlight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  <a:highlight>
                  <a:schemeClr val="accent1"/>
                </a:highlight>
              </a:defRPr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6215500" y="1163025"/>
            <a:ext cx="24036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20"/>
          <p:cNvSpPr txBox="1"/>
          <p:nvPr>
            <p:ph idx="2" type="body"/>
          </p:nvPr>
        </p:nvSpPr>
        <p:spPr>
          <a:xfrm>
            <a:off x="3274550" y="1184665"/>
            <a:ext cx="24036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3" type="body"/>
          </p:nvPr>
        </p:nvSpPr>
        <p:spPr>
          <a:xfrm>
            <a:off x="405375" y="1204825"/>
            <a:ext cx="24036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with text 1">
  <p:cSld name="Headline with text 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311698" y="1204825"/>
            <a:ext cx="78204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/>
        </p:nvSpPr>
        <p:spPr>
          <a:xfrm>
            <a:off x="4572000" y="-134650"/>
            <a:ext cx="4572000" cy="5277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42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42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42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42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42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42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42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" name="Google Shape;93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 Layout 2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36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36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36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36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36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36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36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" name="Google Shape;98;p23"/>
          <p:cNvSpPr/>
          <p:nvPr/>
        </p:nvSpPr>
        <p:spPr>
          <a:xfrm>
            <a:off x="-19225" y="1760200"/>
            <a:ext cx="9163200" cy="343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with text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24"/>
          <p:cNvSpPr txBox="1"/>
          <p:nvPr>
            <p:ph idx="1" type="body"/>
          </p:nvPr>
        </p:nvSpPr>
        <p:spPr>
          <a:xfrm>
            <a:off x="100575" y="1204825"/>
            <a:ext cx="80316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with 3 column">
  <p:cSld name="Headline with 3 colum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5"/>
          <p:cNvSpPr txBox="1"/>
          <p:nvPr>
            <p:ph idx="1" type="body"/>
          </p:nvPr>
        </p:nvSpPr>
        <p:spPr>
          <a:xfrm>
            <a:off x="6215500" y="1163025"/>
            <a:ext cx="24036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25"/>
          <p:cNvSpPr txBox="1"/>
          <p:nvPr>
            <p:ph idx="2" type="body"/>
          </p:nvPr>
        </p:nvSpPr>
        <p:spPr>
          <a:xfrm>
            <a:off x="3274550" y="1184665"/>
            <a:ext cx="24036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25"/>
          <p:cNvSpPr txBox="1"/>
          <p:nvPr>
            <p:ph idx="3" type="body"/>
          </p:nvPr>
        </p:nvSpPr>
        <p:spPr>
          <a:xfrm>
            <a:off x="405375" y="1204825"/>
            <a:ext cx="24036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 Layout 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6"/>
          <p:cNvSpPr txBox="1"/>
          <p:nvPr>
            <p:ph idx="1" type="subTitle"/>
          </p:nvPr>
        </p:nvSpPr>
        <p:spPr>
          <a:xfrm>
            <a:off x="311700" y="1005325"/>
            <a:ext cx="75087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6"/>
          <p:cNvSpPr txBox="1"/>
          <p:nvPr>
            <p:ph type="title"/>
          </p:nvPr>
        </p:nvSpPr>
        <p:spPr>
          <a:xfrm>
            <a:off x="311700" y="1130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ll out plus image">
  <p:cSld name="Call out plus imag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218900" y="228975"/>
            <a:ext cx="1860300" cy="23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ll out plus image 1">
  <p:cSld name="Call out plus image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title"/>
          </p:nvPr>
        </p:nvSpPr>
        <p:spPr>
          <a:xfrm>
            <a:off x="218900" y="228975"/>
            <a:ext cx="1860300" cy="23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ld chapter break or bold statement gold 2">
  <p:cSld name="Gold chapter break or bold statement gold 2">
    <p:bg>
      <p:bgPr>
        <a:solidFill>
          <a:schemeClr val="accen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/>
          <p:nvPr>
            <p:ph type="title"/>
          </p:nvPr>
        </p:nvSpPr>
        <p:spPr>
          <a:xfrm>
            <a:off x="311700" y="1283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29"/>
          <p:cNvSpPr txBox="1"/>
          <p:nvPr>
            <p:ph idx="1" type="subTitle"/>
          </p:nvPr>
        </p:nvSpPr>
        <p:spPr>
          <a:xfrm>
            <a:off x="436825" y="1005325"/>
            <a:ext cx="75087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ld chapter break or bold statement gold 1">
  <p:cSld name="Gold chapter break or bold statement gold 1">
    <p:bg>
      <p:bgPr>
        <a:solidFill>
          <a:schemeClr val="accen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/>
          <p:nvPr>
            <p:ph type="title"/>
          </p:nvPr>
        </p:nvSpPr>
        <p:spPr>
          <a:xfrm>
            <a:off x="311700" y="826025"/>
            <a:ext cx="624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6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62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62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62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62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62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62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62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1"/>
          <p:cNvSpPr txBox="1"/>
          <p:nvPr>
            <p:ph idx="1" type="body"/>
          </p:nvPr>
        </p:nvSpPr>
        <p:spPr>
          <a:xfrm>
            <a:off x="628650" y="1369219"/>
            <a:ext cx="7886700" cy="28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30" name="Google Shape;130;p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1" name="Google Shape;131;p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2" name="Google Shape;132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31"/>
          <p:cNvSpPr/>
          <p:nvPr/>
        </p:nvSpPr>
        <p:spPr>
          <a:xfrm>
            <a:off x="7870825" y="2"/>
            <a:ext cx="635637" cy="26767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1"/>
          <p:cNvSpPr/>
          <p:nvPr/>
        </p:nvSpPr>
        <p:spPr>
          <a:xfrm flipH="1">
            <a:off x="92652" y="4288429"/>
            <a:ext cx="1328707" cy="855071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/>
            </a:lvl1pPr>
            <a:lvl2pPr lvl="1" algn="r">
              <a:buNone/>
              <a:defRPr sz="1300"/>
            </a:lvl2pPr>
            <a:lvl3pPr lvl="2" algn="r">
              <a:buNone/>
              <a:defRPr sz="1300"/>
            </a:lvl3pPr>
            <a:lvl4pPr lvl="3" algn="r">
              <a:buNone/>
              <a:defRPr sz="1300"/>
            </a:lvl4pPr>
            <a:lvl5pPr lvl="4" algn="r">
              <a:buNone/>
              <a:defRPr sz="1300"/>
            </a:lvl5pPr>
            <a:lvl6pPr lvl="5" algn="r">
              <a:buNone/>
              <a:defRPr sz="1300"/>
            </a:lvl6pPr>
            <a:lvl7pPr lvl="6" algn="r">
              <a:buNone/>
              <a:defRPr sz="1300"/>
            </a:lvl7pPr>
            <a:lvl8pPr lvl="7" algn="r">
              <a:buNone/>
              <a:defRPr sz="1300"/>
            </a:lvl8pPr>
            <a:lvl9pPr lvl="8" algn="r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2"/>
          <p:cNvSpPr txBox="1"/>
          <p:nvPr>
            <p:ph type="ctrTitle"/>
          </p:nvPr>
        </p:nvSpPr>
        <p:spPr>
          <a:xfrm>
            <a:off x="311700" y="2182875"/>
            <a:ext cx="8520600" cy="62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900"/>
              <a:t>Project Title</a:t>
            </a:r>
            <a:endParaRPr sz="2900"/>
          </a:p>
        </p:txBody>
      </p:sp>
      <p:sp>
        <p:nvSpPr>
          <p:cNvPr id="140" name="Google Shape;140;p32"/>
          <p:cNvSpPr txBox="1"/>
          <p:nvPr>
            <p:ph idx="1" type="subTitle"/>
          </p:nvPr>
        </p:nvSpPr>
        <p:spPr>
          <a:xfrm>
            <a:off x="311700" y="2873550"/>
            <a:ext cx="8151600" cy="4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Members</a:t>
            </a:r>
            <a:r>
              <a:rPr lang="en" sz="1700"/>
              <a:t> Name &amp; Group Name 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Abstract</a:t>
            </a:r>
            <a:endParaRPr sz="2700"/>
          </a:p>
        </p:txBody>
      </p:sp>
      <p:sp>
        <p:nvSpPr>
          <p:cNvPr id="146" name="Google Shape;146;p33"/>
          <p:cNvSpPr txBox="1"/>
          <p:nvPr/>
        </p:nvSpPr>
        <p:spPr>
          <a:xfrm>
            <a:off x="311700" y="1432975"/>
            <a:ext cx="824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t/>
            </a:r>
            <a:endParaRPr b="1" sz="2100"/>
          </a:p>
        </p:txBody>
      </p:sp>
      <p:sp>
        <p:nvSpPr>
          <p:cNvPr id="147" name="Google Shape;147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Introduction</a:t>
            </a:r>
            <a:endParaRPr sz="2700"/>
          </a:p>
        </p:txBody>
      </p:sp>
      <p:sp>
        <p:nvSpPr>
          <p:cNvPr id="153" name="Google Shape;153;p34"/>
          <p:cNvSpPr txBox="1"/>
          <p:nvPr/>
        </p:nvSpPr>
        <p:spPr>
          <a:xfrm>
            <a:off x="311700" y="1432975"/>
            <a:ext cx="824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t/>
            </a:r>
            <a:endParaRPr b="1" sz="2100"/>
          </a:p>
        </p:txBody>
      </p:sp>
      <p:sp>
        <p:nvSpPr>
          <p:cNvPr id="154" name="Google Shape;154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Method</a:t>
            </a:r>
            <a:endParaRPr sz="2700"/>
          </a:p>
        </p:txBody>
      </p:sp>
      <p:sp>
        <p:nvSpPr>
          <p:cNvPr id="160" name="Google Shape;160;p35"/>
          <p:cNvSpPr txBox="1"/>
          <p:nvPr/>
        </p:nvSpPr>
        <p:spPr>
          <a:xfrm>
            <a:off x="311700" y="1432975"/>
            <a:ext cx="824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t/>
            </a:r>
            <a:endParaRPr b="1" sz="2100"/>
          </a:p>
        </p:txBody>
      </p:sp>
      <p:sp>
        <p:nvSpPr>
          <p:cNvPr id="161" name="Google Shape;161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Experiments</a:t>
            </a:r>
            <a:endParaRPr sz="2700"/>
          </a:p>
        </p:txBody>
      </p:sp>
      <p:sp>
        <p:nvSpPr>
          <p:cNvPr id="167" name="Google Shape;167;p36"/>
          <p:cNvSpPr txBox="1"/>
          <p:nvPr/>
        </p:nvSpPr>
        <p:spPr>
          <a:xfrm>
            <a:off x="311700" y="1432975"/>
            <a:ext cx="824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t/>
            </a:r>
            <a:endParaRPr b="1" sz="2100"/>
          </a:p>
        </p:txBody>
      </p:sp>
      <p:sp>
        <p:nvSpPr>
          <p:cNvPr id="168" name="Google Shape;168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Findings</a:t>
            </a:r>
            <a:endParaRPr sz="2700"/>
          </a:p>
        </p:txBody>
      </p:sp>
      <p:sp>
        <p:nvSpPr>
          <p:cNvPr id="174" name="Google Shape;174;p37"/>
          <p:cNvSpPr txBox="1"/>
          <p:nvPr/>
        </p:nvSpPr>
        <p:spPr>
          <a:xfrm>
            <a:off x="311700" y="1432975"/>
            <a:ext cx="824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t/>
            </a:r>
            <a:endParaRPr b="1" sz="2100"/>
          </a:p>
        </p:txBody>
      </p:sp>
      <p:sp>
        <p:nvSpPr>
          <p:cNvPr id="175" name="Google Shape;175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Conclusion</a:t>
            </a:r>
            <a:endParaRPr sz="2700"/>
          </a:p>
        </p:txBody>
      </p:sp>
      <p:sp>
        <p:nvSpPr>
          <p:cNvPr id="181" name="Google Shape;181;p38"/>
          <p:cNvSpPr txBox="1"/>
          <p:nvPr/>
        </p:nvSpPr>
        <p:spPr>
          <a:xfrm>
            <a:off x="311700" y="1432975"/>
            <a:ext cx="824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t/>
            </a:r>
            <a:endParaRPr b="1" sz="2100"/>
          </a:p>
        </p:txBody>
      </p:sp>
      <p:sp>
        <p:nvSpPr>
          <p:cNvPr id="182" name="Google Shape;182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